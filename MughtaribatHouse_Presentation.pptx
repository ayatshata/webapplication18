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MughtaribatHouse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A Complete Management Platform for Female Resident Housing</a:t>
            </a:r>
          </a:p>
          <a:p>
            <a:r>
              <a:t>Developed using ASP.NET Core 8, EF Core, Razor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t>Purpose: Manage housing facility operations for female residents.</a:t>
            </a:r>
          </a:p>
          <a:p>
            <a:endParaRPr/>
          </a:p>
          <a:p>
            <a:r>
              <a:t>Key Features:</a:t>
            </a:r>
          </a:p>
          <a:p>
            <a:r>
              <a:t>- Resident registration &amp; profiles</a:t>
            </a:r>
          </a:p>
          <a:p>
            <a:r>
              <a:t>- Payment tracking</a:t>
            </a:r>
          </a:p>
          <a:p>
            <a:r>
              <a:t>- Maintenance &amp; tasks</a:t>
            </a:r>
          </a:p>
          <a:p>
            <a:r>
              <a:t>- Notifications &amp; emails</a:t>
            </a:r>
          </a:p>
          <a:p>
            <a:r>
              <a:t>- Reports &amp; analytics</a:t>
            </a:r>
          </a:p>
          <a:p>
            <a:r>
              <a:t>- Backup &amp; audit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Backend: ASP.NET Core 8, C#, EF Core</a:t>
            </a:r>
          </a:p>
          <a:p>
            <a:r>
              <a:t>Frontend: Razor Pages, HTML, CSS, JS, Bootstrap</a:t>
            </a:r>
          </a:p>
          <a:p>
            <a:r>
              <a:t>Database: SQL Server</a:t>
            </a:r>
          </a:p>
          <a:p>
            <a:r>
              <a:t>Real-time: SignalR</a:t>
            </a:r>
          </a:p>
          <a:p>
            <a:r>
              <a:t>Background: Hosted Services</a:t>
            </a:r>
          </a:p>
          <a:p>
            <a:r>
              <a:t>Security: ASP.NET Identity</a:t>
            </a:r>
          </a:p>
          <a:p>
            <a:r>
              <a:t>Email: SMTP</a:t>
            </a:r>
          </a:p>
          <a:p>
            <a:r>
              <a:t>Reports: ExportService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Layers:</a:t>
            </a:r>
          </a:p>
          <a:p>
            <a:r>
              <a:t>1. Controllers – API + Web endpoints</a:t>
            </a:r>
          </a:p>
          <a:p>
            <a:r>
              <a:t>2. Models – Entity &amp; DTOs</a:t>
            </a:r>
          </a:p>
          <a:p>
            <a:r>
              <a:t>3. Services – Business logic</a:t>
            </a:r>
          </a:p>
          <a:p>
            <a:r>
              <a:t>4. Data – EF Core DbContext</a:t>
            </a:r>
          </a:p>
          <a:p>
            <a:r>
              <a:t>5. Pages – Razor UI</a:t>
            </a:r>
          </a:p>
          <a:p>
            <a:r>
              <a:t>6. Policies &amp; Hubs – Auth &amp; Realtime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Residents – Manage profiles &amp; rooms</a:t>
            </a:r>
          </a:p>
          <a:p>
            <a:r>
              <a:t>Payments – Track fees, receipts</a:t>
            </a:r>
          </a:p>
          <a:p>
            <a:r>
              <a:t>Maintenance – Tasks &amp; issues</a:t>
            </a:r>
          </a:p>
          <a:p>
            <a:r>
              <a:t>Notifications – Alerts &amp; emails</a:t>
            </a:r>
          </a:p>
          <a:p>
            <a:r>
              <a:t>Reports – Data summaries</a:t>
            </a:r>
          </a:p>
          <a:p>
            <a:r>
              <a:t>Dashboard – Charts &amp; analytics</a:t>
            </a:r>
          </a:p>
          <a:p>
            <a:r>
              <a:t>Admin Tools – Backup &amp; 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 Diagram (ERD)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ApplicationUser → Residents</a:t>
            </a:r>
          </a:p>
          <a:p>
            <a:r>
              <a:t>Resident → Payments, Attendance, Documents, Reviews, MaintenanceTasks</a:t>
            </a:r>
          </a:p>
          <a:p>
            <a:r>
              <a:t>Payment → Resident</a:t>
            </a:r>
          </a:p>
          <a:p>
            <a:r>
              <a:t>Notification → ApplicationUser</a:t>
            </a:r>
          </a:p>
          <a:p>
            <a:r>
              <a:t>MaintenanceTask → Resident</a:t>
            </a:r>
          </a:p>
          <a:p>
            <a:r>
              <a:t>Expense, Schedule – standalone</a:t>
            </a:r>
          </a:p>
          <a:p>
            <a:r>
              <a:t>AuditLog → ApplicationUser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t>AspNetUsers (Id, Email)</a:t>
            </a:r>
          </a:p>
          <a:p>
            <a:r>
              <a:t>Residents (Id, Name, RoomNumber)</a:t>
            </a:r>
          </a:p>
          <a:p>
            <a:r>
              <a:t>Payments (Id, Amount, Month, Status)</a:t>
            </a:r>
          </a:p>
          <a:p>
            <a:r>
              <a:t>Notifications (Id, Title, Message)</a:t>
            </a:r>
          </a:p>
          <a:p>
            <a:r>
              <a:t>MaintenanceTasks (Id, Title, Status)</a:t>
            </a:r>
          </a:p>
          <a:p>
            <a:r>
              <a:t>Expenses (Id, Category, Amount)</a:t>
            </a:r>
          </a:p>
          <a:p>
            <a:r>
              <a:t>Attendance (Id, Date, Status)</a:t>
            </a:r>
          </a:p>
          <a:p>
            <a:r>
              <a:t>Documents (Id, FileName, Type)</a:t>
            </a:r>
          </a:p>
          <a:p>
            <a:r>
              <a:t>Reviews (Id, Rating, Comment)</a:t>
            </a:r>
          </a:p>
          <a:p>
            <a:r>
              <a:t>AuditLogs (Id, Action, Timestamp)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35" y="274638"/>
            <a:ext cx="77724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59" y="121298"/>
            <a:ext cx="9144000" cy="661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9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- Real-time charts via charts.js</a:t>
            </a:r>
          </a:p>
          <a:p>
            <a:r>
              <a:t>- Total residents, income, attendance, requests</a:t>
            </a:r>
          </a:p>
          <a:p>
            <a:r>
              <a:t>- Live data via SignalR DashboardHub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Realtime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- SignalR Hub for dashboard updates</a:t>
            </a:r>
          </a:p>
          <a:p>
            <a:r>
              <a:t>- BackgroundService for payment reminders</a:t>
            </a:r>
          </a:p>
          <a:p>
            <a:r>
              <a:t>- EmailService for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- ASP.NET Identity Roles</a:t>
            </a:r>
          </a:p>
          <a:p>
            <a:r>
              <a:t>- Custom Policies: Admin, Accountant, Maintenance</a:t>
            </a:r>
          </a:p>
          <a:p>
            <a:r>
              <a:t>- Audit logs track all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- Mobile API integration</a:t>
            </a:r>
          </a:p>
          <a:p>
            <a:r>
              <a:t>- Resident self-service portal</a:t>
            </a:r>
          </a:p>
          <a:p>
            <a:r>
              <a:t>- Online payment integration</a:t>
            </a:r>
          </a:p>
          <a:p>
            <a:r>
              <a:t>- AI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MughtaribatHouse simplifies management, improves transparency,</a:t>
            </a:r>
          </a:p>
          <a:p>
            <a:r>
              <a:t>and enhances the living experience for residents and admins.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Thank YOU</a:t>
            </a:r>
          </a:p>
          <a:p>
            <a:endParaRPr lang="en-US" sz="6000" dirty="0"/>
          </a:p>
          <a:p>
            <a:r>
              <a:rPr lang="en-US" sz="6000" dirty="0" err="1" smtClean="0"/>
              <a:t>Eng</a:t>
            </a:r>
            <a:r>
              <a:rPr lang="en-US" sz="6000" dirty="0" smtClean="0"/>
              <a:t>/</a:t>
            </a:r>
            <a:r>
              <a:rPr lang="en-US" sz="6000" dirty="0" err="1" smtClean="0"/>
              <a:t>Ayat</a:t>
            </a:r>
            <a:r>
              <a:rPr lang="en-US" sz="6000" dirty="0" smtClean="0"/>
              <a:t> Ali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589439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19</TotalTime>
  <Words>411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Equity</vt:lpstr>
      <vt:lpstr>MughtaribatHouse System</vt:lpstr>
      <vt:lpstr>Overview</vt:lpstr>
      <vt:lpstr>Technologies Used</vt:lpstr>
      <vt:lpstr>System Architecture</vt:lpstr>
      <vt:lpstr>Major Modules</vt:lpstr>
      <vt:lpstr>Entity Relationship Diagram (ERD)</vt:lpstr>
      <vt:lpstr>Database Tables</vt:lpstr>
      <vt:lpstr>PowerPoint Presentation</vt:lpstr>
      <vt:lpstr>Analytics Dashboard</vt:lpstr>
      <vt:lpstr>Background &amp; Realtime</vt:lpstr>
      <vt:lpstr>Security &amp; Authorization</vt:lpstr>
      <vt:lpstr>Future Enhancements</vt:lpstr>
      <vt:lpstr>Conclusion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MughtaribatHouse System</dc:title>
  <dc:creator>Ayat Ali</dc:creator>
  <dc:description>generated using python-pptx</dc:description>
  <cp:lastModifiedBy>skynet</cp:lastModifiedBy>
  <cp:revision>4</cp:revision>
  <dcterms:created xsi:type="dcterms:W3CDTF">2013-01-27T09:14:16Z</dcterms:created>
  <dcterms:modified xsi:type="dcterms:W3CDTF">2025-11-15T15:25:10Z</dcterms:modified>
</cp:coreProperties>
</file>